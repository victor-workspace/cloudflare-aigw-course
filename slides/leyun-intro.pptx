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POWERED+ · ISO 27001 · AI GATEWAY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LEYUN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公司簡介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5742432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To empower enterprises to do business globally without any risk.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解決方案事業部主管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2 小時 Workshop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資訊安全  |  雲端服務  |  AI 整合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SUCCESS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LEYUN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樂雲是誰：台灣資安雲端整合的領航者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6085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從產品代理到解決方案 — 三層信任建構樂雲的差異化定位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68249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Powered+ 核心合作夥伴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02996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台灣唯一 Cloudflare Powered+ 認證夥伴，擁有原廠最高等級技術支援能力。從 WAF / DDoS 防護到 Zero Trust / AI Gateway，全產品線授權銷售與部署能量。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8424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299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認證等級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5856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Powered+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31012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41985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 27001 國際資安認證 + 履約保證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6732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通過 ISO/IEC 27001:2022 國際資訊安全管理系統認證，並完成金融機構履約保證簽署。第三方保障機制讓客戶安心託付關鍵業務。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72160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767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保障層級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995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ISO+履約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504748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515721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台灣在地顧問團隊 × PoC 免費試用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50468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本地專屬顧問全程中文溝通，無語言與時差困擾。提供 30 天 PoC 免費試用，讓企業先驗證再採購，降低決策風險。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45896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5046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PoC 期間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73328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MATRIX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樂雲產品矩陣 — 覆蓋資安、雲端、AI 全鏈路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779008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Cloudflare 全球基礎建設到 AI 治理，提供企業級一站式整合方案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網站效能與防護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CDN 全球加速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WAF 應用防火牆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DDoS 攻擊防護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Bot 機器人防制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Shield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00984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3438144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 Zero Trust 安全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83864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ZTNA 無代理存取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483864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SWG 網際網路過濾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83864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RBI 瀏覽器隔離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83864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DLP 資料防洩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83864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身份驗證整合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44768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281928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🤖  AI 整合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327648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Gateway 51 模型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27648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AI 邊緣推論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27648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Vectorize 向量檢索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327648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Search 語義搜尋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27648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Guardrails 防護欄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88552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9125712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企業骨幹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9171432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Magic WAN SD-WAN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171432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Tunnel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171432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Email Security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9171432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/ Pages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171432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D1 / KV / R2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BY THE NUMBERS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樂雲現況指標（2026 Q2）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4864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不只是代理商 — 解決方案與服務能力雙軌成長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CLOUDFLARE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為什麼樂雲選擇 Cloudflare AI Gateway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2661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同類產品比較 — Cloudflare 在 Edge / Governance / TCO 三軸領先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 全球 PoP，最近節點處理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台灣使用者延遲 &lt;5ms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無需自建 GPU 基礎建設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Anycast 自動路由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與 Workers / D1 / KV 原生整合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Cold Start 顧慮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40080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台灣平均延遲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64152" y="1508760"/>
            <a:ext cx="3660648" cy="4617720"/>
          </a:xfrm>
          <a:prstGeom prst="rect">
            <a:avLst/>
          </a:prstGeom>
          <a:solidFill>
            <a:srgbClr val="FFF8F2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4152" y="1508760"/>
            <a:ext cx="3660648" cy="640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6" name="Text 23"/>
          <p:cNvSpPr/>
          <p:nvPr/>
        </p:nvSpPr>
        <p:spPr>
          <a:xfrm>
            <a:off x="4264152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401312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401312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統一治理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401312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+ Guardrails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38472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8"/>
          <p:cNvSpPr/>
          <p:nvPr/>
        </p:nvSpPr>
        <p:spPr>
          <a:xfrm>
            <a:off x="4447032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51+ LLM 模型統一入口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447032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由 Gateway 後端保管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447032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Policy Engine 部門/職級控管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447032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Guardrails 自動偵測 PII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447032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 Logs / Analytics 儀表板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447032" y="5349240"/>
            <a:ext cx="3294888" cy="65836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7" name="Text 34"/>
          <p:cNvSpPr/>
          <p:nvPr/>
        </p:nvSpPr>
        <p:spPr>
          <a:xfrm>
            <a:off x="4447032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51+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4447032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可管理模型數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⭐ 建議方案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071104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71104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3" name="Text 40"/>
          <p:cNvSpPr/>
          <p:nvPr/>
        </p:nvSpPr>
        <p:spPr>
          <a:xfrm>
            <a:off x="8071104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💰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8208264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3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8208264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TCO 最優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208264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免費 tier + 按用量計費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45424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5"/>
          <p:cNvSpPr/>
          <p:nvPr/>
        </p:nvSpPr>
        <p:spPr>
          <a:xfrm>
            <a:off x="8253984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本身免費（10k req/day）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253984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Cache 命中 0 成本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253984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minimum spend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8253984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成本可視性 + 月度報告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8253984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取代多家自建 LLM proxy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53984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4" name="Text 51"/>
          <p:cNvSpPr/>
          <p:nvPr/>
        </p:nvSpPr>
        <p:spPr>
          <a:xfrm>
            <a:off x="8253984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NT$0</a:t>
            </a:r>
            <a:endParaRPr lang="en-US" sz="1800" dirty="0"/>
          </a:p>
        </p:txBody>
      </p:sp>
      <p:sp>
        <p:nvSpPr>
          <p:cNvPr id="55" name="Text 52"/>
          <p:cNvSpPr/>
          <p:nvPr/>
        </p:nvSpPr>
        <p:spPr>
          <a:xfrm>
            <a:off x="8253984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月費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6236208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57" name="Shape 54"/>
          <p:cNvSpPr/>
          <p:nvPr/>
        </p:nvSpPr>
        <p:spPr>
          <a:xfrm>
            <a:off x="457200" y="6236208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58" name="Text 55"/>
          <p:cNvSpPr/>
          <p:nvPr/>
        </p:nvSpPr>
        <p:spPr>
          <a:xfrm>
            <a:off x="640080" y="6236208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對企業而言，AI Gateway 的價值不只在便宜，更在「可治理、可稽核、可預測成本」— 這正是樂雲解決方案的核心訴求。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AIGW SERVICE TIERS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 AI Gateway 商用方案三層分級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09574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對應企業 AI 治理成熟度的三年陪伴模型 — 從 PoC 到全廠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合規啟航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14400" y="2468880"/>
            <a:ext cx="2743200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AI Gateway 部署 + Policy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單一部門試點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基礎 Token 儀表板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31520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PoC 顧問支援 2 週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57200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NT$80-150萬/年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預備導入 AI 治理的中小企業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270248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38020"/>
          </a:solidFill>
          <a:ln w="25400">
            <a:solidFill>
              <a:srgbClr val="F3802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70248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270248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全廠擴展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27448" y="2468880"/>
            <a:ext cx="274320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4544568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多部門 Policy 分級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44568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 Guardrails 規則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544568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成本分攤儀表板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44568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客製化稽核 Workflow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270248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NT$400-600萬/年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270248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53128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已有 AI 工具但失控的中型企業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83296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83296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083296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戰略治理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540496" y="2468880"/>
            <a:ext cx="274320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8357616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Advanced 全部 + 24/7 SOC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8357616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專屬 TAM 技術窗口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8357616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季度資安健診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8357616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與 ZTNA + Intezer 整合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8083296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NT$800-1,200萬/年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8083296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266176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大型企業 / 金融 / 製造業旗艦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COURSE FITS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這堂課在樂雲整體戰略中的位置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63270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本課程是樂雲「以教育帶動商用」策略的一環 — 學員即未來潛在合作夥伴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課程提供的給學員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9659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完整可跑的 Cloudflare Worker 程式碼骨架（MIT 授權）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4688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自己帳號上的 AI Gateway PoC 環境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9718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對 BYOK / Policy / Guardrails 的實務理解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後續自學的延伸方向地圖（RAG / Telegram / 多租戶）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樂雲商用方案聯絡窗口（Basic / Advanced / Premium）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樂雲後續可協助的延伸服務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1965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🛠️ PoC 30 天免費試用（更完整環境）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企業內訓客製化版本（含貴公司案例）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0" y="2971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🤝 商用方案導入（Basic / Advanced / Premium）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3474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☎️ 顧問諮詢服務（資安治理、雲端架構評估）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3977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📚 與 Cloudflare 原廠聯合舉辦的進階課程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80644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580644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80644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今天教的是「免費自建版本」，明天樂雲可以幫您升級成「商用治理版本」— 這就是樂雲的差異化價值。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聯繫樂雲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獲取免費諮詢與 30 天 PoC 試用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樂雲智能公司簡介 — Cloudflare AI Gateway 課程</dc:title>
  <dc:subject>PptxGenJS Presentation</dc:subject>
  <dc:creator>樂雲智能 LEYUN</dc:creator>
  <cp:lastModifiedBy>樂雲智能 LEYUN</cp:lastModifiedBy>
  <cp:revision>1</cp:revision>
  <dcterms:created xsi:type="dcterms:W3CDTF">2026-05-16T06:20:05Z</dcterms:created>
  <dcterms:modified xsi:type="dcterms:W3CDTF">2026-05-16T06:20:05Z</dcterms:modified>
</cp:coreProperties>
</file>